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37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91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74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028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32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031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97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44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90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74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909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32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827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963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034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641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0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79535FE-706A-440A-9CA0-29DB93759091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C9CDFE7-E319-4643-BBC8-AE19F0AEC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25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СРО: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StudyFlow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планировщик учебных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Самал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Бибара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ИС 25-21.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69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9311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Кто наши пользователи?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625725"/>
            <a:ext cx="4610100" cy="4351338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Анна, 18 лет (1 курс):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«Узнаю 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дедлайне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день сдачи».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хаос в записях.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единый список с датами.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Марк, 21 год (Староста):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Совмещает учебу и работу.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хватает времени.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приоритизация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Игорь, 22 года (4 курс):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Пишет диплом.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сложно разбить большой проект на этапы.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визуальный прогресс по статусам.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701" y="2768601"/>
            <a:ext cx="5436577" cy="305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8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0400" y="2643454"/>
            <a:ext cx="5270500" cy="3187700"/>
          </a:xfrm>
        </p:spPr>
        <p:txBody>
          <a:bodyPr>
            <a:normAutofit fontScale="925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Студент заполняет форму (название, предмет, срок), система проверяет корректность ввода.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Ведение работы (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Канбан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Перетаскивание карточки из «К выполнению» в «В работе»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Включение фильтра «Только просроченные», чтобы увидеть горящие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дедлайны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Просмотр прогресс-бара завершенных задач.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899" y="2543081"/>
            <a:ext cx="4914901" cy="315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1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Сущность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перечисления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506662"/>
            <a:ext cx="4610100" cy="4351338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поля: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id, title 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название),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срок),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status, priority,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estimateHours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часы).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Статусы: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todo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 выполнению) →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in_progress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работе) →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проверке) →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done 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Выполнено).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Приоритеты: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low, medium, high, critical.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Служебные поля: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createdAt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updatedAt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аудита изменений).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701" y="2506662"/>
            <a:ext cx="5638800" cy="375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35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2800" y="563562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фичи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2800" y="2506662"/>
            <a:ext cx="4013200" cy="4351338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Канбан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-доска: 4 колонки со счётчиками задач. Поддержка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Умные сроки: Подсветка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дедлайнов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(«Сегодня», «Завтра», «Просрочено»).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и фильтры: Живой поиск по названию и описанию. Фильтры по предмету и приоритету.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Сортировка: По дате сдачи, по алфавиту, по приоритету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1" y="2506662"/>
            <a:ext cx="4318000" cy="372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4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2054" y="935568"/>
            <a:ext cx="8761413" cy="706964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и аналитика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2054" y="2585374"/>
            <a:ext cx="6743700" cy="4351338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CRUD: Создание, редактирование и удаление задач через модальное окно.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Аналитика: 4 блока статистики (Всего, В работе, Просрочено, Выполнено). Прогресс-бар выполнения.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Отмена удаления (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Undo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При удалении задачи появляется уведомление с кнопкой «Отменить» (защита от случайных кликов).</a:t>
            </a:r>
          </a:p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Автосохранение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Все данные мгновенно пишутся в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976" y="2884356"/>
            <a:ext cx="3200847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1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37168"/>
            <a:ext cx="8761413" cy="706964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ввода: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4400" y="2333625"/>
            <a:ext cx="4953000" cy="4351338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Длина текста: Название от 3 до 120 символов, предмет от 2 до 60.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Временные рамки: Запрет на указание даты в прошлом (для новых задач).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Числа: Оценка времени от 0.5 до 100 часов. Поддержка запятой (2,5 → 2.5).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(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Экранирование HTML-тегов (защита от XSS-атак при вводе вредоносного кода).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492" y="2868488"/>
            <a:ext cx="3877216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44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4700" y="948268"/>
            <a:ext cx="8761413" cy="706964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4700" y="2506662"/>
            <a:ext cx="5791200" cy="4351338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Ручные тесты: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14 сценариев (проверка создания, перетаскивания, фильтров).</a:t>
            </a:r>
          </a:p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Автотесты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(встроены в приложение):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 автоматических проверок.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проверок: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Пустое название отклоняется.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Несуществующая дата (30 февраля) отклоняется.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Корректное название обрезается по краям от пробелов.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713" y="2655106"/>
            <a:ext cx="4604588" cy="297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4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479800" y="2801938"/>
            <a:ext cx="10515600" cy="1327150"/>
          </a:xfrm>
        </p:spPr>
        <p:txBody>
          <a:bodyPr/>
          <a:lstStyle/>
          <a:p>
            <a:r>
              <a:rPr lang="ru-RU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7428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</TotalTime>
  <Words>470</Words>
  <Application>Microsoft Office PowerPoint</Application>
  <PresentationFormat>Широкоэкранный</PresentationFormat>
  <Paragraphs>39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Совет директоров</vt:lpstr>
      <vt:lpstr>СРО: StudyFlow — планировщик учебных задач</vt:lpstr>
      <vt:lpstr>Кто наши пользователи?</vt:lpstr>
      <vt:lpstr>Основные сценарии:</vt:lpstr>
      <vt:lpstr>Сущность Task и перечисления</vt:lpstr>
      <vt:lpstr>Ключевые фичи</vt:lpstr>
      <vt:lpstr>Управление и аналитика</vt:lpstr>
      <vt:lpstr>Проверка ввода:</vt:lpstr>
      <vt:lpstr>Тестирование и качество: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StudyFlow — планировщик учебных задач</dc:title>
  <dc:creator>Student</dc:creator>
  <cp:lastModifiedBy>Student</cp:lastModifiedBy>
  <cp:revision>2</cp:revision>
  <dcterms:created xsi:type="dcterms:W3CDTF">2026-10-22T11:28:54Z</dcterms:created>
  <dcterms:modified xsi:type="dcterms:W3CDTF">2026-10-22T11:56:42Z</dcterms:modified>
</cp:coreProperties>
</file>